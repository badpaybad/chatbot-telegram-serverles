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Giới thiệu về Project Gemma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tính năng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Chuyển đổi Markdown thành Slides</a:t>
            </a:r>
          </a:p>
          <a:p>
            <a:pPr/>
            <a:r>
              <a:t>Hỗ trợ ảnh từ URL và local path</a:t>
            </a:r>
          </a:p>
          <a:p>
            <a:pPr/>
            <a:r>
              <a:t>Hỗ trợ nhúng Video local</a:t>
            </a:r>
          </a:p>
          <a:p>
            <a:pPr/>
            <a:r>
              <a:t>Tự động định dạng slide title và nội dung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Hình 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474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Dưới đây là một slide chứa video (thay đường dẫn thực tế của bạn).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Hy vọng công cụ này giúp ích cho việc báo cáo nhanh.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